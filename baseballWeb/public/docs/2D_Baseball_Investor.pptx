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41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5943600" y="-274320"/>
            <a:ext cx="3474720" cy="5943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400800" y="64008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1887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Baseball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1148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Prezentace pro investory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2971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Budoucnost 2D sportovních her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3456432"/>
            <a:ext cx="4114800" cy="36576"/>
          </a:xfrm>
          <a:prstGeom prst="rect">
            <a:avLst/>
          </a:prstGeom>
          <a:solidFill>
            <a:srgbClr val="8BACC8"/>
          </a:solidFill>
          <a:ln w="12700">
            <a:solidFill>
              <a:srgbClr val="8BAC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4114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Kučera</a:t>
            </a:r>
            <a:r>
              <a:rPr lang="en-US" sz="13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Zakladatel a vývojář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2dbaseball •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Tržní příležitost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2377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1732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$92</a:t>
            </a:r>
            <a:r>
              <a:rPr lang="cs-CZ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28346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Globální herní trh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odhad</a:t>
            </a: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</a:t>
            </a:r>
            <a:r>
              <a:rPr lang="cs-CZ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234440"/>
            <a:ext cx="2697480" cy="2377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3264408" y="1234440"/>
            <a:ext cx="26974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41732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4408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s-CZ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00M+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264408" y="28346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Hráčů sportovních 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celém světě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08776" y="1234440"/>
            <a:ext cx="2697480" cy="2377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2"/>
          <p:cNvSpPr/>
          <p:nvPr/>
        </p:nvSpPr>
        <p:spPr>
          <a:xfrm>
            <a:off x="6208776" y="1234440"/>
            <a:ext cx="26974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141732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Nika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6208776" y="28346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Nedostatečně obsloužený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 věrnými fanoušky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Baseballové hry mají vášnivé, nedostatečně obsloužené publikum toužící po přístupných a zábavných simulátorech — zejména indie titulech s autentickou mechanikou.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je 2D Baseball?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3520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Realistický 2D baseballový simulátor vytvořený v HTML5, CSS a JavaScriptu, zabalený jako nativní desktopová aplikace prostřednictvím Electronu.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5694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Realistická mechanika nadhazování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900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953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pálkování a odpalů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14400" y="3337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po metách a krádež mety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5818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721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Režim hry proti AI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4223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105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Webový žebříček a statistiky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54880" y="1143000"/>
            <a:ext cx="4069080" cy="1645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2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937760" y="1737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937760" y="19933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(Desktopová aplikace)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937760" y="2249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SQLite (Webový backend)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937760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cs-CZ" sz="110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PHPmailer</a:t>
            </a:r>
            <a:r>
              <a:rPr lang="cs-CZ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(Komunikace)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2920117"/>
            <a:ext cx="4069080" cy="17373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Text 18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Dostupnost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937760" y="3493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Desktopová aplikace pro Windows (Electron)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937760" y="3749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937760" y="375871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Registrace uživatelů a žebříček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937760" y="4041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 1.0.4 — spuštěno živě</a:t>
            </a:r>
            <a:endParaRPr lang="en-US" sz="1100" dirty="0"/>
          </a:p>
        </p:txBody>
      </p:sp>
      <p:pic>
        <p:nvPicPr>
          <p:cNvPr id="31" name="Obrázek 30">
            <a:extLst>
              <a:ext uri="{FF2B5EF4-FFF2-40B4-BE49-F238E27FC236}">
                <a16:creationId xmlns:a16="http://schemas.microsoft.com/office/drawing/2014/main" id="{1414FBDB-3056-C26D-BF41-4CB67C1A4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326663"/>
            <a:ext cx="353764" cy="353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Plán rozvoje produktu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1 — HOTOVO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Spuštění 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Baseballový simulátor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soupeř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platforma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Uživatelské účty a žebříček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Desktopová aplikace pro Windows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1097280"/>
            <a:ext cx="2697480" cy="3566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264408" y="1097280"/>
            <a:ext cx="26974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264408" y="111556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 — DALŠÍ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Rozšíření hry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20116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režim PVP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25054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Plnohodnotná hra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 týmů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34930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Lepší AI a grafika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1568" y="39867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Vylepšené zvukové efekty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1097280"/>
            <a:ext cx="2697480" cy="3566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6208776" y="1097280"/>
            <a:ext cx="269748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6208776" y="111556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 — BUDOUCNOST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08776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Růst platformy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45936" y="20116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Ligy (MLB, MiLB, College)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25054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Kariérní režim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29992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Mobilní verze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45936" y="34930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statistiky a historie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5936" y="39867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Mezinárodní expanze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08376" y="2788920"/>
            <a:ext cx="201168" cy="54864"/>
          </a:xfrm>
          <a:prstGeom prst="rect">
            <a:avLst/>
          </a:prstGeom>
          <a:solidFill>
            <a:srgbClr val="8BACC8"/>
          </a:solidFill>
          <a:ln w="12700">
            <a:solidFill>
              <a:srgbClr val="8BAC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5952744" y="2788920"/>
            <a:ext cx="201168" cy="54864"/>
          </a:xfrm>
          <a:prstGeom prst="rect">
            <a:avLst/>
          </a:prstGeom>
          <a:solidFill>
            <a:srgbClr val="8BACC8"/>
          </a:solidFill>
          <a:ln w="12700">
            <a:solidFill>
              <a:srgbClr val="8BAC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Obchodní model a monetizace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0972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07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Prémiová hra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173736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100" dirty="0" err="1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lacen</a:t>
            </a: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doplňky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en-US" sz="1100" dirty="0" err="1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desktopové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hry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odemčení nových dresů, hráčů či týmů nebo hřišť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20624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10972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173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307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PVP Sezónní pas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173736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Sezónní předplatné pro online ligy, hodnocené zápasy a exkluzivní obsah.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971800"/>
            <a:ext cx="420624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Shape 12"/>
          <p:cNvSpPr/>
          <p:nvPr/>
        </p:nvSpPr>
        <p:spPr>
          <a:xfrm>
            <a:off x="320040" y="2971800"/>
            <a:ext cx="10972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246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136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Mobilní verze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43000" y="356616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100" dirty="0" err="1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iOS/Android s nákupy v aplikaci a kosmetickými vylepšeními.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20624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6"/>
          <p:cNvSpPr/>
          <p:nvPr/>
        </p:nvSpPr>
        <p:spPr>
          <a:xfrm>
            <a:off x="4754880" y="2971800"/>
            <a:ext cx="10972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461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136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Platforma 2D Sports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577840" y="356616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Rozšíření o fotbal, basketbal, americký fotbal — každý titul jako nový zdroj příjmů.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Aktuální stav: Hra zdarma (free-to-play) k budování uživatelské základny a ověření tržní poptávky.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Velká vize: Společnost 2D Sports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"Stát se světovou jedničkou v 2D pixelových sportovních hrách"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2148840"/>
            <a:ext cx="1554480" cy="2423160"/>
          </a:xfrm>
          <a:prstGeom prst="rect">
            <a:avLst/>
          </a:prstGeom>
          <a:solidFill>
            <a:srgbClr val="1E3A5F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317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Baseball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493008"/>
            <a:ext cx="118872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41148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 v1.0.4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74520" y="2148840"/>
            <a:ext cx="1554480" cy="2423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Fotbal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057400" y="3493008"/>
            <a:ext cx="1188720" cy="36576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2"/>
          <p:cNvSpPr/>
          <p:nvPr/>
        </p:nvSpPr>
        <p:spPr>
          <a:xfrm>
            <a:off x="205740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Plánováno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520440" y="2148840"/>
            <a:ext cx="1554480" cy="2423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4"/>
          <p:cNvSpPr/>
          <p:nvPr/>
        </p:nvSpPr>
        <p:spPr>
          <a:xfrm>
            <a:off x="352044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Amer. fotbal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703320" y="3493008"/>
            <a:ext cx="1188720" cy="36576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6"/>
          <p:cNvSpPr/>
          <p:nvPr/>
        </p:nvSpPr>
        <p:spPr>
          <a:xfrm>
            <a:off x="370332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Plánováno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166360" y="2148840"/>
            <a:ext cx="1554480" cy="2423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Text 18"/>
          <p:cNvSpPr/>
          <p:nvPr/>
        </p:nvSpPr>
        <p:spPr>
          <a:xfrm>
            <a:off x="516636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Basketbal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349240" y="3493008"/>
            <a:ext cx="1188720" cy="36576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0"/>
          <p:cNvSpPr/>
          <p:nvPr/>
        </p:nvSpPr>
        <p:spPr>
          <a:xfrm>
            <a:off x="534924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Plánováno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12280" y="2148840"/>
            <a:ext cx="1554480" cy="24231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33172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1228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Další sporty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995160" y="3493008"/>
            <a:ext cx="1188720" cy="36576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4"/>
          <p:cNvSpPr/>
          <p:nvPr/>
        </p:nvSpPr>
        <p:spPr>
          <a:xfrm>
            <a:off x="699516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Plánováno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platforma. Více her. Oddané fanouškovské komunity pro každý sport.</a:t>
            </a:r>
            <a:endParaRPr lang="en-US" sz="1300" dirty="0"/>
          </a:p>
        </p:txBody>
      </p:sp>
      <p:pic>
        <p:nvPicPr>
          <p:cNvPr id="34" name="Obrázek 33">
            <a:extLst>
              <a:ext uri="{FF2B5EF4-FFF2-40B4-BE49-F238E27FC236}">
                <a16:creationId xmlns:a16="http://schemas.microsoft.com/office/drawing/2014/main" id="{ABC801C6-8FDB-7070-CEE8-6F40FA77D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2281428"/>
            <a:ext cx="685800" cy="685800"/>
          </a:xfrm>
          <a:prstGeom prst="rect">
            <a:avLst/>
          </a:prstGeom>
        </p:spPr>
      </p:pic>
      <p:pic>
        <p:nvPicPr>
          <p:cNvPr id="38" name="Obrázek 37">
            <a:extLst>
              <a:ext uri="{FF2B5EF4-FFF2-40B4-BE49-F238E27FC236}">
                <a16:creationId xmlns:a16="http://schemas.microsoft.com/office/drawing/2014/main" id="{39D06F86-2B4E-542E-034D-065A7FD61D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5243" y="2215115"/>
            <a:ext cx="827545" cy="827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Trakce a aktuální stav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1645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202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v1.0.4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 hry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Spuštěno a nasazeno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1645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46888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9019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Sociální kanály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· IG · YouTube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461772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Stack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9019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Desktop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16459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76656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Zdarma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9019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Volně ke hraní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Kdokoliv může vyzkoušet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jsme vytvořili</a:t>
            </a:r>
            <a:endParaRPr lang="en-US" sz="17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340156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 funkční baseballový simulátor s realistickou mechanikou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76472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" y="37490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Nativní desktopová aplikace zabalená v Electronu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2394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2960" y="409651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platforma s autentizací uživatelů a žebříčkem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7141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444398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Přítomnost komunity na více platformách (Facebook, Instagram, YouTube)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188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2960" y="479145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Kit, dokumentace a onboardingové materiály připraveny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120640" y="2926080"/>
            <a:ext cx="3657600" cy="18288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3" name="Shape 26"/>
          <p:cNvSpPr/>
          <p:nvPr/>
        </p:nvSpPr>
        <p:spPr>
          <a:xfrm>
            <a:off x="5120640" y="292608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Shape 27"/>
          <p:cNvSpPr/>
          <p:nvPr/>
        </p:nvSpPr>
        <p:spPr>
          <a:xfrm>
            <a:off x="5230368" y="299923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Shape 28"/>
          <p:cNvSpPr/>
          <p:nvPr/>
        </p:nvSpPr>
        <p:spPr>
          <a:xfrm>
            <a:off x="5413248" y="299923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Shape 29"/>
          <p:cNvSpPr/>
          <p:nvPr/>
        </p:nvSpPr>
        <p:spPr>
          <a:xfrm>
            <a:off x="5596128" y="299923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0"/>
          <p:cNvSpPr/>
          <p:nvPr/>
        </p:nvSpPr>
        <p:spPr>
          <a:xfrm>
            <a:off x="5760720" y="29626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2dbaseball.com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212080" y="33375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Živý web ke stažení hry,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žebříčkem, uživatelskými účty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plnou podporou hry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Tým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103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37160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1371600" cy="13716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12984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Filip Kučera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377440" y="18105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Zakladatel, hlavní vývojář a designér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77440" y="217627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vývojář s odbornými znalostmi v JavaScriptu, HTML5, CSS3, PHP a Electronu. Navrhl a vytvořil celý ekosystém 2D Baseball — od herního enginu přes webovou platformu, databázi až po nasazení.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594360" y="34472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92808" y="3429000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1892808" y="34472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91256" y="3429000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/>
          <p:nvPr/>
        </p:nvSpPr>
        <p:spPr>
          <a:xfrm>
            <a:off x="3191256" y="34472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3867912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6"/>
          <p:cNvSpPr/>
          <p:nvPr/>
        </p:nvSpPr>
        <p:spPr>
          <a:xfrm>
            <a:off x="594360" y="38862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92808" y="3867912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8"/>
          <p:cNvSpPr/>
          <p:nvPr/>
        </p:nvSpPr>
        <p:spPr>
          <a:xfrm>
            <a:off x="1892808" y="38862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her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91256" y="3867912"/>
            <a:ext cx="12070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0"/>
          <p:cNvSpPr/>
          <p:nvPr/>
        </p:nvSpPr>
        <p:spPr>
          <a:xfrm>
            <a:off x="3191256" y="38862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89704" y="3429000"/>
            <a:ext cx="43891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8BAC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2"/>
          <p:cNvSpPr/>
          <p:nvPr/>
        </p:nvSpPr>
        <p:spPr>
          <a:xfrm>
            <a:off x="4572000" y="3458817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Hledáme posilu</a:t>
            </a:r>
            <a:endParaRPr lang="en-US" sz="15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06952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3776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Herní designér / grafik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02475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09744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 správce komunity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407408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80060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Mobilní vývojář (React Native)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Investiční příležitost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bude investice využita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120640" cy="64008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48256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548640" y="16367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6367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hry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režim, plnohodnotná hra, lepší grafika a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120640" cy="64008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280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Mobilní verze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7066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na iOS/Android a rozšíření platformy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120640" cy="64008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02412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548640" y="3191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1912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483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Růst komunity, reklamy, spolupráce s influencery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120640" cy="64008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768096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548640" y="39684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968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261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Servery, hosting, škálování databáze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097280"/>
            <a:ext cx="2926080" cy="37490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5760720" y="1097280"/>
            <a:ext cx="29260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5852160" y="1234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Proč investovat?</a:t>
            </a:r>
            <a:endParaRPr lang="en-US" sz="16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201168" cy="2011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126480" y="16733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Funkční produkt, ne jen nápad</a:t>
            </a:r>
            <a:endParaRPr lang="en-US" sz="10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67128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126480" y="21488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Škálovatelný platformový model</a:t>
            </a:r>
            <a:endParaRPr lang="en-US" sz="10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642616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26480" y="26243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Rostoucí indie herní trh</a:t>
            </a:r>
            <a:endParaRPr lang="en-US" sz="10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118104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126480" y="309981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Oddaný zakladatel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full-stack dovednostmi</a:t>
            </a:r>
            <a:endParaRPr lang="en-US" sz="105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593592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126480" y="35753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Jasná expanze 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multi-sportovní platformu</a:t>
            </a:r>
            <a:endParaRPr lang="en-US" sz="10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069080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26480" y="40507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Nízké riziko v rané fázi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vysokým potenciálem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780572" y="-404191"/>
            <a:ext cx="5486400" cy="6400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0" y="45720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Pojďme společně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budovat budoucnost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sportovních her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3200400"/>
            <a:ext cx="3200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Kučera — Zakladatel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2dbaseball25@gmail.com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096512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xeon.spskladno.cz/~kuceraf/2DBaseball/</a:t>
            </a:r>
            <a:r>
              <a:rPr lang="en-US" sz="140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baseballWeb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2d.baseball.2025  |  📸 2d.baseball  |  ▶️ @2DBaseball25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2D Baseball — Všechna práva vyhrazena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672</Words>
  <Application>Microsoft Office PowerPoint</Application>
  <PresentationFormat>Předvádění na obrazovce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Baseball — Prezentace pro investory</dc:title>
  <dc:subject>PptxGenJS Presentation</dc:subject>
  <dc:creator>PptxGenJS</dc:creator>
  <cp:lastModifiedBy>Kučera Filip (EP3A)</cp:lastModifiedBy>
  <cp:revision>3</cp:revision>
  <dcterms:created xsi:type="dcterms:W3CDTF">2026-03-25T20:26:51Z</dcterms:created>
  <dcterms:modified xsi:type="dcterms:W3CDTF">2026-03-25T20:59:28Z</dcterms:modified>
</cp:coreProperties>
</file>